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Nie dystrybuujemy pipeline'u do skopiowania — dystrybuujemy narzędzie. Szablon w projekcie Root jest widoczny dla całej organizacji, ale celowo jest cienki: trzy kroki docker run. Cała logika siedzi w obrazach wydawanych z SemVer, bo szablon TeamCity nie ma wersjonowania — zmiana propaguje się natychmiast do wszystkich. Przez tag obrazu zespół sam decyduje, kiedy przechodzi na nową wersję. Efekt uboczny: jeśli ktoś nie siedzi na TeamCity, woła te same obrazy z GitLaba czy Jenkinsa.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Kluczowa decyzja: nie budujemy cudzych aplikacji. Zespół produkuje artefakt po restore, my go konsumujemy przez artifact dependency — snapshot dependency gwarantuje, że skanujemy dokładnie tę rewizję. Publikujemy krótki dokument, co ma być w archiwum dla .NET, a co dla Javy. Sekrety są per zespół: virtual key LiteLLM ma własny budżet i rate limit, więc jeden zespół nie zablokuje pozostałych; token Jiry to ich service account. Na koniec: przed szerokim rolloutem pilot na dwóch stackach i sprawdzenie, ile realnych podatności LLM odrzucił jako false positive.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Dystrybucja rozwiązania na organizację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Szablon TeamCity to cienki adapter — cała logika żyje w wersjonowanych obrazach Dockera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6720840" cy="1097280"/>
          </a:xfrm>
          <a:prstGeom prst="roundRect">
            <a:avLst>
              <a:gd name="adj" fmla="val 6667"/>
            </a:avLst>
          </a:prstGeom>
          <a:solidFill>
            <a:srgbClr val="2B3574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938528"/>
            <a:ext cx="1371600" cy="256032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93852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ZESPOŁY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331720" y="1911096"/>
            <a:ext cx="4754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Configuration z szablonu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77240" y="2313432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Własny projekt, własne parametry i sekrety. Zero kodu do napisania.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063240"/>
            <a:ext cx="6720840" cy="1097280"/>
          </a:xfrm>
          <a:prstGeom prst="roundRect">
            <a:avLst>
              <a:gd name="adj" fmla="val 6667"/>
            </a:avLst>
          </a:prstGeom>
          <a:solidFill>
            <a:srgbClr val="2B3574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3218688"/>
            <a:ext cx="1371600" cy="256032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21868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PLATFORMA CI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331720" y="3191256"/>
            <a:ext cx="4754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Szablon w projekcie &lt;Root&gt;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77240" y="3593592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× docker run + kontrakt wejścia. Widoczny dla całej organizacji, trzymany w Kotlin DSL.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343400"/>
            <a:ext cx="67208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4498848"/>
            <a:ext cx="1371600" cy="256032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49884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PRODUKT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331720" y="4471416"/>
            <a:ext cx="4754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Obrazy Dockera — SemVer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777240" y="4873752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bd-detect · ai-triage · issue-publisher. Tu jest logika, prompty i mapowanie na Jirę.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 rot="10800000">
            <a:off x="3776472" y="2916936"/>
            <a:ext cx="274320" cy="137160"/>
          </a:xfrm>
          <a:prstGeom prst="triangle">
            <a:avLst/>
          </a:prstGeom>
          <a:solidFill>
            <a:srgbClr val="CADCFC"/>
          </a:solidFill>
          <a:ln/>
        </p:spPr>
      </p:sp>
      <p:sp>
        <p:nvSpPr>
          <p:cNvPr id="20" name="Shape 18"/>
          <p:cNvSpPr/>
          <p:nvPr/>
        </p:nvSpPr>
        <p:spPr>
          <a:xfrm rot="10800000">
            <a:off x="3776472" y="4197096"/>
            <a:ext cx="274320" cy="137160"/>
          </a:xfrm>
          <a:prstGeom prst="triangle">
            <a:avLst/>
          </a:prstGeom>
          <a:solidFill>
            <a:srgbClr val="CADCFC"/>
          </a:solidFill>
          <a:ln/>
        </p:spPr>
      </p:sp>
      <p:sp>
        <p:nvSpPr>
          <p:cNvPr id="21" name="Text 19"/>
          <p:cNvSpPr/>
          <p:nvPr/>
        </p:nvSpPr>
        <p:spPr>
          <a:xfrm>
            <a:off x="4114800" y="2871216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dziedziczy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114800" y="4151376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wywołuje tagi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772400" y="17830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 nam to daje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7772400" y="2286000"/>
            <a:ext cx="329184" cy="32918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0" y="22860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247888" y="230428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Wersjonowanie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247888" y="2596896"/>
            <a:ext cx="3383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Szablon nie ma wersji — obraz ma. Zespół zostaje na v1.4, dopóki nie jest gotowy.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772400" y="3401568"/>
            <a:ext cx="329184" cy="32918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9" name="Text 27"/>
          <p:cNvSpPr/>
          <p:nvPr/>
        </p:nvSpPr>
        <p:spPr>
          <a:xfrm>
            <a:off x="7772400" y="34015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247888" y="341985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Przenośność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8247888" y="3712464"/>
            <a:ext cx="3383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GitLab CI czy Jenkins to te same obrazy i ~15 linii YAML-a.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7772400" y="4517136"/>
            <a:ext cx="329184" cy="32918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3" name="Text 31"/>
          <p:cNvSpPr/>
          <p:nvPr/>
        </p:nvSpPr>
        <p:spPr>
          <a:xfrm>
            <a:off x="7772400" y="45171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247888" y="453542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Jeden produkt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8247888" y="4828032"/>
            <a:ext cx="3383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Utrzymujemy obrazy, nie N kopii pipeline'u po zespołach.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48640" y="58704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Sekrety nigdy nie są centralne: virtual key LiteLLM i token Jiry należą do zespołu.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Wdrożenie u zespołu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Definiujemy kontrakt, nie implementację — nie budujemy cudzego kodu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02152" cy="2331720"/>
          </a:xfrm>
          <a:prstGeom prst="roundRect">
            <a:avLst>
              <a:gd name="adj" fmla="val 3137"/>
            </a:avLst>
          </a:prstGeom>
          <a:solidFill>
            <a:srgbClr val="F4F6FB"/>
          </a:solidFill>
          <a:ln w="12700">
            <a:solidFill>
              <a:srgbClr val="DDE3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847088"/>
            <a:ext cx="438912" cy="43891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470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432304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Zespół pakuje wejście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278892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swoim buildzie, po restore, publikuje artefakt scan-input.zip. Jeden krok — bo tylko zespół wie, czy to dotnet, maven czy npm.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25112" y="1600200"/>
            <a:ext cx="3502152" cy="2331720"/>
          </a:xfrm>
          <a:prstGeom prst="roundRect">
            <a:avLst>
              <a:gd name="adj" fmla="val 3137"/>
            </a:avLst>
          </a:prstGeom>
          <a:solidFill>
            <a:srgbClr val="F4F6FB"/>
          </a:solidFill>
          <a:ln w="12700">
            <a:solidFill>
              <a:srgbClr val="DDE3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99432" y="1847088"/>
            <a:ext cx="438912" cy="43891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4599432" y="18470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99432" y="2432304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Podpina konfigurację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599432" y="278892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Nowa Build Configuration z naszego szablonu + snapshot i artifact dependency do swojego builda. Ta sama rewizja kodu, gotowa paczka.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01584" y="1600200"/>
            <a:ext cx="3502152" cy="2331720"/>
          </a:xfrm>
          <a:prstGeom prst="roundRect">
            <a:avLst>
              <a:gd name="adj" fmla="val 3137"/>
            </a:avLst>
          </a:prstGeom>
          <a:solidFill>
            <a:srgbClr val="F4F6FB"/>
          </a:solidFill>
          <a:ln w="12700">
            <a:solidFill>
              <a:srgbClr val="DDE3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75904" y="1847088"/>
            <a:ext cx="438912" cy="43891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8375904" y="18470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375904" y="2432304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Uzupełnia sekrety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375904" y="278892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key LiteLLM z własnym budżetem, token Jiry swojego service accountu, nazwa projektu w Black Ducku.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4224528"/>
            <a:ext cx="6949440" cy="1417320"/>
          </a:xfrm>
          <a:prstGeom prst="roundRect">
            <a:avLst>
              <a:gd name="adj" fmla="val 5161"/>
            </a:avLst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" y="440740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Nasza granica odpowiedzialności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68680" y="4727448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Zespół dostarcza artefakt w ustalonym formacie.  </a:t>
            </a:r>
            <a:pPr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dostarczamy skan, triage i zgłoszenia w Jirze.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68680" y="5056632"/>
            <a:ext cx="6355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uruchamiany blisko builda zespołu daje pełny graf zależności — na samym archiwum schodzimy do signature scan.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818120" y="4224528"/>
            <a:ext cx="3794760" cy="1417320"/>
          </a:xfrm>
          <a:prstGeom prst="roundRect">
            <a:avLst>
              <a:gd name="adj" fmla="val 5161"/>
            </a:avLst>
          </a:prstGeom>
          <a:solidFill>
            <a:srgbClr val="F4F6FB"/>
          </a:solidFill>
          <a:ln w="19050">
            <a:solidFill>
              <a:srgbClr val="00A89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38160" y="44074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Następny krok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138160" y="4727448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na dwóch zespołach — .NET i Java. Weryfikacja jakości triage'u na repo o znanym wyniku.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548640" y="589788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zespołu: jeden krok w ich buildzie + trzy parametry.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2026-07-23T05:14:00Z</dcterms:created>
  <dcterms:modified xsi:type="dcterms:W3CDTF">2026-07-23T05:14:00Z</dcterms:modified>
</cp:coreProperties>
</file>